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640080"/>
            <a:ext cx="6400800" cy="6400800"/>
          </a:xfrm>
          <a:prstGeom prst="ellipse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-91440"/>
            <a:ext cx="4937760" cy="4937760"/>
          </a:xfrm>
          <a:prstGeom prst="ellipse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457200"/>
            <a:ext cx="3474720" cy="3474720"/>
          </a:xfrm>
          <a:prstGeom prst="ellipse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28600"/>
            <a:ext cx="4572000" cy="365760"/>
          </a:xfrm>
          <a:prstGeom prst="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731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AI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สำหรับการทำงาน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"งานยาก จบง่าย ด้วยพลัง AI"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3099816"/>
            <a:ext cx="228600" cy="2286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998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355848"/>
            <a:ext cx="228600" cy="2286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55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89888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Prompting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3611880"/>
            <a:ext cx="228600" cy="22860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89888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Prompting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0" y="3867912"/>
            <a:ext cx="228600" cy="2286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8679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89888" y="3831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Data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123944"/>
            <a:ext cx="228600" cy="2286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1239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89888" y="4087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&amp; Tone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099816"/>
            <a:ext cx="228600" cy="2286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0998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355848"/>
            <a:ext cx="228600" cy="228600"/>
          </a:xfrm>
          <a:prstGeom prst="ellipse">
            <a:avLst/>
          </a:prstGeom>
          <a:solidFill>
            <a:srgbClr val="AD145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355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0368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3611880"/>
            <a:ext cx="228600" cy="228600"/>
          </a:xfrm>
          <a:prstGeom prst="ellipse">
            <a:avLst/>
          </a:prstGeom>
          <a:solidFill>
            <a:srgbClr val="283593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37760" y="3867912"/>
            <a:ext cx="228600" cy="2286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8679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3831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37760" y="4123944"/>
            <a:ext cx="256032" cy="2286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4123944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30368" y="4087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5034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 | Department of Trade Negotiations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บรรยายโดย ดร.ธัญญา สัตยาอภิธาน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8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1: ปูพื้นฐาน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สอน AI ให้รู้จักเรา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Your AI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ตั้งค่าในเมนู Settings เพื่อบอกว่าคุณคือใคร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และอยากได้คำตอบแบบไหน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"ฉันคือเจ้าหน้าที่กรมเจรจาฯ วิเคราะห์ FTA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ขอคำตอบเป็นทางการ ใช้ศัพท์เทคนิคการค้า"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เริ่มต้น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1: ปูพื้นฐาน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Prompting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สูตรลับการเขียนคำสั่ง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· Context · Task · Format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กรอบ 4 ส่วนสำหรับเขียน 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ที่ได้ผลลัพธ์แม่นยำทุกครั้ง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ที่ปรึกษาการค้า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ยุโรปใช้มาตรการ CBAM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สรุปผลกระทบต่อไทย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ตารางเปรียบเทียบ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พื้นฐาน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97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1: ปูพื้นฐาน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Prompting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ถามกลับ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 Ask You Questions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หากคิด Prompt ไม่ออก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สั่งให้ AI ถามข้อมูลที่จำเป็นจากเราก่อน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"ฉันอยากร่างแผนสัมมนา FTA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ช่วยถามคำถามฉันทีละ 3 ข้อ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จนกว่าจะมีข้อมูลพอ"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พื้นฐาน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2: ทำงานกับข้อมูล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วิเคราะห์ข้อมูลจากไฟล์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Specialist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Data Analysis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 Excel/PDF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สรุป วิเคราะห์เทรนด์ สร้างกราฟ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อัปโหลดสถิติการส่งออก → สั่ง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"สรุปสินค้าเติบโตสูงสุด 5 อันดับ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พร้อมสร้างกราฟแท่ง"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ปานกลาง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2: ทำงานกับข้อมูล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&amp; Tone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ร่างอีเมลระดับการทูต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Text Drafting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กำหนดโทนเสียง (Tone) ของข้อความ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· Professional · Diplomatic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"ร่างอีเมลนัดหมายเอกอัครราชทูต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เพื่อหารือเรื่องความร่วมมือ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ใช้โทนภาษาอังกฤษระดับทางการสูง"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ปานกลาง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2: ทำงานกับข้อมูล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คิดทีละสเต็ป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Reasoning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สั่งให้ AI คิดวิเคราะห์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เรียงลำดับทีละขั้นตอน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เพื่อความแม่นยำสูงสุด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"เจรจาการค้ากับแคนาดา คิดทีละขั้น: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วิเคราะห์จุดแข็งไทย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จุดอ่อนแคนาดา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วางกลยุทธ์ต่อรอง"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ปานกลาง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D1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3: สร้างสรรค์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สร้างรูปภาพดราฟต์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 Generation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สั่งให้ AI สร้างภาพประกอบสไลด์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 กราฟิก โปสเตอร์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"สร้างภาพเรื่อง Soft Power ไทย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สไตล์ทันสมัย สีสันสดใส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สำหรับพรีเซนต์นานาชาติ"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ปานกลาง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3: สร้างสรรค์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คลังความรู้ส่วนตัว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 Management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Project แยกสำหรับแต่ละงาน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อัปโหลดเอกสาร → AI จำบริบททั้งหมด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สร้างโปรเจกต์ "Thai-EU FTA"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อัปโหลดเอกสารทั้งหมด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เพื่อถาม-ตอบได้แม่นยำ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ปานกลาง-สูง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4: ค้นคว้า &amp; อัตโนมัติ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เจาะลึกทั่วโลก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Deep Research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โหมดค้นหาเชิงลึก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รวบรวมข้อมูลจากหลายแหล่ง สรุปเป็นรายงาน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"รายงานเจาะลึก: แนวโน้ม NTB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ในอาเซียนอีก 5 ปีข้างหน้า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พร้อมอ้างอิงแหล่งที่มา"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สูง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ส่วนที่ 4: ค้นคว้า &amp; อัตโนมัติ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005840" cy="10058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31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731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ผู้ช่วยอัตโนมัติ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AI Assistant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02336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เทคนิค | TECHNIQUE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 Task ให้ AI ทำงานแทน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ตามเวลาที่กำหนดโดยอัตโนมัติ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9768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 DTN |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"ทุกวันจันทร์ 08:00 น.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สรุปข่าว FTA จากทั่วโลก 5 หัวข้อ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สรุปเป็นภาษาไทย"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05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ระดับความยาก: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960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ขั้นสูง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759452"/>
            <a:ext cx="182880" cy="18288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6405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Google AI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8234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กรมเจรจาการค้าระหว่างประเทศ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เทคนิค AI - Cover Slides</dc:title>
  <dc:subject>PptxGenJS Presentation</dc:subject>
  <dc:creator>Dr. Thanya Sattayaaphithan</dc:creator>
  <cp:lastModifiedBy>Dr. Thanya Sattayaaphithan</cp:lastModifiedBy>
  <cp:revision>1</cp:revision>
  <dcterms:created xsi:type="dcterms:W3CDTF">2026-03-09T11:32:11Z</dcterms:created>
  <dcterms:modified xsi:type="dcterms:W3CDTF">2026-03-09T11:32:11Z</dcterms:modified>
</cp:coreProperties>
</file>